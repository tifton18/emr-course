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
  </p:notesMasterIdLst>
  <p:handoutMasterIdLst>
    <p:handoutMasterId r:id="rId5"/>
  </p:handoutMasterIdLst>
  <p:sldIdLst>
    <p:sldId id="741" r:id="rId2"/>
    <p:sldId id="735"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5AA47-199E-4CBF-B21D-5F186A0A99E7}" v="99" dt="2020-08-10T16:05:51.47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2029"/>
  </p:normalViewPr>
  <p:slideViewPr>
    <p:cSldViewPr snapToGrid="0">
      <p:cViewPr varScale="1">
        <p:scale>
          <a:sx n="75" d="100"/>
          <a:sy n="75" d="100"/>
        </p:scale>
        <p:origin x="576" y="78"/>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59"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8" Type="http://schemas.microsoft.com/office/2016/11/relationships/changesInfo" Target="changesInfos/changesInfo1.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07E5AA47-199E-4CBF-B21D-5F186A0A99E7}"/>
    <pc:docChg chg="custSel modSld modMainMaster">
      <pc:chgData name="Paula-Yuan Gregory" userId="8839d734-a022-4f7a-aa1a-7ded42ea4e8b" providerId="ADAL" clId="{07E5AA47-199E-4CBF-B21D-5F186A0A99E7}" dt="2020-08-11T15:39:11.160" v="208" actId="20577"/>
      <pc:docMkLst>
        <pc:docMk/>
      </pc:docMkLst>
      <pc:sldChg chg="modSp">
        <pc:chgData name="Paula-Yuan Gregory" userId="8839d734-a022-4f7a-aa1a-7ded42ea4e8b" providerId="ADAL" clId="{07E5AA47-199E-4CBF-B21D-5F186A0A99E7}" dt="2020-08-11T15:39:11.160" v="208" actId="20577"/>
        <pc:sldMkLst>
          <pc:docMk/>
          <pc:sldMk cId="1732698309" sldId="258"/>
        </pc:sldMkLst>
        <pc:spChg chg="mod">
          <ac:chgData name="Paula-Yuan Gregory" userId="8839d734-a022-4f7a-aa1a-7ded42ea4e8b" providerId="ADAL" clId="{07E5AA47-199E-4CBF-B21D-5F186A0A99E7}" dt="2020-08-11T15:39:11.160" v="208" actId="20577"/>
          <ac:spMkLst>
            <pc:docMk/>
            <pc:sldMk cId="1732698309" sldId="258"/>
            <ac:spMk id="15" creationId="{CF4F1586-DE6A-1A40-AEF4-23ADA41937E4}"/>
          </ac:spMkLst>
        </pc:spChg>
      </pc:sldChg>
      <pc:sldChg chg="addSp delSp modSp">
        <pc:chgData name="Paula-Yuan Gregory" userId="8839d734-a022-4f7a-aa1a-7ded42ea4e8b" providerId="ADAL" clId="{07E5AA47-199E-4CBF-B21D-5F186A0A99E7}" dt="2020-08-10T15:59:45.998" v="112" actId="1076"/>
        <pc:sldMkLst>
          <pc:docMk/>
          <pc:sldMk cId="2021669146" sldId="741"/>
        </pc:sldMkLst>
        <pc:spChg chg="add mod">
          <ac:chgData name="Paula-Yuan Gregory" userId="8839d734-a022-4f7a-aa1a-7ded42ea4e8b" providerId="ADAL" clId="{07E5AA47-199E-4CBF-B21D-5F186A0A99E7}" dt="2020-08-10T15:59:45.998" v="112" actId="1076"/>
          <ac:spMkLst>
            <pc:docMk/>
            <pc:sldMk cId="2021669146" sldId="741"/>
            <ac:spMk id="6" creationId="{AFA6017C-47FF-4F32-95FF-EE340E43139A}"/>
          </ac:spMkLst>
        </pc:spChg>
        <pc:picChg chg="del">
          <ac:chgData name="Paula-Yuan Gregory" userId="8839d734-a022-4f7a-aa1a-7ded42ea4e8b" providerId="ADAL" clId="{07E5AA47-199E-4CBF-B21D-5F186A0A99E7}" dt="2020-08-10T15:59:36.204" v="93" actId="478"/>
          <ac:picMkLst>
            <pc:docMk/>
            <pc:sldMk cId="2021669146" sldId="741"/>
            <ac:picMk id="17411" creationId="{9A2F8220-5196-3549-97B2-7C2940D01BA1}"/>
          </ac:picMkLst>
        </pc:picChg>
      </pc:sldChg>
      <pc:sldChg chg="addSp delSp modSp">
        <pc:chgData name="Paula-Yuan Gregory" userId="8839d734-a022-4f7a-aa1a-7ded42ea4e8b" providerId="ADAL" clId="{07E5AA47-199E-4CBF-B21D-5F186A0A99E7}" dt="2020-08-10T16:00:10.395" v="132" actId="1076"/>
        <pc:sldMkLst>
          <pc:docMk/>
          <pc:sldMk cId="4068059589" sldId="747"/>
        </pc:sldMkLst>
        <pc:spChg chg="add mod">
          <ac:chgData name="Paula-Yuan Gregory" userId="8839d734-a022-4f7a-aa1a-7ded42ea4e8b" providerId="ADAL" clId="{07E5AA47-199E-4CBF-B21D-5F186A0A99E7}" dt="2020-08-10T16:00:10.395" v="132" actId="1076"/>
          <ac:spMkLst>
            <pc:docMk/>
            <pc:sldMk cId="4068059589" sldId="747"/>
            <ac:spMk id="6" creationId="{AFA6017C-47FF-4F32-95FF-EE340E43139A}"/>
          </ac:spMkLst>
        </pc:spChg>
        <pc:picChg chg="del">
          <ac:chgData name="Paula-Yuan Gregory" userId="8839d734-a022-4f7a-aa1a-7ded42ea4e8b" providerId="ADAL" clId="{07E5AA47-199E-4CBF-B21D-5F186A0A99E7}" dt="2020-08-10T16:00:02.956" v="113" actId="478"/>
          <ac:picMkLst>
            <pc:docMk/>
            <pc:sldMk cId="4068059589" sldId="747"/>
            <ac:picMk id="29699" creationId="{8B8F1A46-6573-9C4E-815F-07063B1B6E88}"/>
          </ac:picMkLst>
        </pc:picChg>
      </pc:sldChg>
      <pc:sldChg chg="addSp delSp modSp">
        <pc:chgData name="Paula-Yuan Gregory" userId="8839d734-a022-4f7a-aa1a-7ded42ea4e8b" providerId="ADAL" clId="{07E5AA47-199E-4CBF-B21D-5F186A0A99E7}" dt="2020-08-10T16:03:14.260" v="145" actId="20577"/>
        <pc:sldMkLst>
          <pc:docMk/>
          <pc:sldMk cId="1458110044" sldId="748"/>
        </pc:sldMkLst>
        <pc:spChg chg="add mod">
          <ac:chgData name="Paula-Yuan Gregory" userId="8839d734-a022-4f7a-aa1a-7ded42ea4e8b" providerId="ADAL" clId="{07E5AA47-199E-4CBF-B21D-5F186A0A99E7}" dt="2020-08-10T16:03:14.260" v="145" actId="20577"/>
          <ac:spMkLst>
            <pc:docMk/>
            <pc:sldMk cId="1458110044" sldId="748"/>
            <ac:spMk id="5" creationId="{AFA6017C-47FF-4F32-95FF-EE340E43139A}"/>
          </ac:spMkLst>
        </pc:spChg>
        <pc:spChg chg="mod">
          <ac:chgData name="Paula-Yuan Gregory" userId="8839d734-a022-4f7a-aa1a-7ded42ea4e8b" providerId="ADAL" clId="{07E5AA47-199E-4CBF-B21D-5F186A0A99E7}" dt="2020-08-06T16:18:30.625" v="66" actId="1036"/>
          <ac:spMkLst>
            <pc:docMk/>
            <pc:sldMk cId="1458110044" sldId="748"/>
            <ac:spMk id="31748" creationId="{8B04988E-E865-CF43-827C-7D5AB287D363}"/>
          </ac:spMkLst>
        </pc:spChg>
        <pc:picChg chg="del mod">
          <ac:chgData name="Paula-Yuan Gregory" userId="8839d734-a022-4f7a-aa1a-7ded42ea4e8b" providerId="ADAL" clId="{07E5AA47-199E-4CBF-B21D-5F186A0A99E7}" dt="2020-08-10T16:03:08.742" v="133" actId="478"/>
          <ac:picMkLst>
            <pc:docMk/>
            <pc:sldMk cId="1458110044" sldId="748"/>
            <ac:picMk id="31747" creationId="{6F45AB12-2F18-8447-BA0B-73C7B2C07B7B}"/>
          </ac:picMkLst>
        </pc:picChg>
      </pc:sldChg>
      <pc:sldChg chg="addSp delSp modSp">
        <pc:chgData name="Paula-Yuan Gregory" userId="8839d734-a022-4f7a-aa1a-7ded42ea4e8b" providerId="ADAL" clId="{07E5AA47-199E-4CBF-B21D-5F186A0A99E7}" dt="2020-08-10T16:03:30.781" v="159" actId="1076"/>
        <pc:sldMkLst>
          <pc:docMk/>
          <pc:sldMk cId="2476686328" sldId="749"/>
        </pc:sldMkLst>
        <pc:spChg chg="add mod">
          <ac:chgData name="Paula-Yuan Gregory" userId="8839d734-a022-4f7a-aa1a-7ded42ea4e8b" providerId="ADAL" clId="{07E5AA47-199E-4CBF-B21D-5F186A0A99E7}" dt="2020-08-10T16:03:30.781" v="159" actId="1076"/>
          <ac:spMkLst>
            <pc:docMk/>
            <pc:sldMk cId="2476686328" sldId="749"/>
            <ac:spMk id="6" creationId="{AFA6017C-47FF-4F32-95FF-EE340E43139A}"/>
          </ac:spMkLst>
        </pc:spChg>
        <pc:picChg chg="del">
          <ac:chgData name="Paula-Yuan Gregory" userId="8839d734-a022-4f7a-aa1a-7ded42ea4e8b" providerId="ADAL" clId="{07E5AA47-199E-4CBF-B21D-5F186A0A99E7}" dt="2020-08-10T16:03:21.986" v="146" actId="478"/>
          <ac:picMkLst>
            <pc:docMk/>
            <pc:sldMk cId="2476686328" sldId="749"/>
            <ac:picMk id="33795" creationId="{5AFD9C67-3243-7B4D-94C5-B95CFFC6C447}"/>
          </ac:picMkLst>
        </pc:picChg>
      </pc:sldChg>
      <pc:sldChg chg="addSp delSp modSp">
        <pc:chgData name="Paula-Yuan Gregory" userId="8839d734-a022-4f7a-aa1a-7ded42ea4e8b" providerId="ADAL" clId="{07E5AA47-199E-4CBF-B21D-5F186A0A99E7}" dt="2020-08-10T16:04:21.152" v="174" actId="1076"/>
        <pc:sldMkLst>
          <pc:docMk/>
          <pc:sldMk cId="1709711209" sldId="757"/>
        </pc:sldMkLst>
        <pc:spChg chg="add mod">
          <ac:chgData name="Paula-Yuan Gregory" userId="8839d734-a022-4f7a-aa1a-7ded42ea4e8b" providerId="ADAL" clId="{07E5AA47-199E-4CBF-B21D-5F186A0A99E7}" dt="2020-08-10T16:04:21.152" v="174" actId="1076"/>
          <ac:spMkLst>
            <pc:docMk/>
            <pc:sldMk cId="1709711209" sldId="757"/>
            <ac:spMk id="6" creationId="{AFA6017C-47FF-4F32-95FF-EE340E43139A}"/>
          </ac:spMkLst>
        </pc:spChg>
        <pc:picChg chg="del">
          <ac:chgData name="Paula-Yuan Gregory" userId="8839d734-a022-4f7a-aa1a-7ded42ea4e8b" providerId="ADAL" clId="{07E5AA47-199E-4CBF-B21D-5F186A0A99E7}" dt="2020-08-10T16:04:10.933" v="160" actId="478"/>
          <ac:picMkLst>
            <pc:docMk/>
            <pc:sldMk cId="1709711209" sldId="757"/>
            <ac:picMk id="4" creationId="{09DEA73D-5A8B-EC45-8116-54FF69F09FC1}"/>
          </ac:picMkLst>
        </pc:picChg>
      </pc:sldChg>
      <pc:sldChg chg="addSp delSp modSp">
        <pc:chgData name="Paula-Yuan Gregory" userId="8839d734-a022-4f7a-aa1a-7ded42ea4e8b" providerId="ADAL" clId="{07E5AA47-199E-4CBF-B21D-5F186A0A99E7}" dt="2020-08-10T16:05:00.206" v="189" actId="1076"/>
        <pc:sldMkLst>
          <pc:docMk/>
          <pc:sldMk cId="3251773752" sldId="763"/>
        </pc:sldMkLst>
        <pc:spChg chg="add mod">
          <ac:chgData name="Paula-Yuan Gregory" userId="8839d734-a022-4f7a-aa1a-7ded42ea4e8b" providerId="ADAL" clId="{07E5AA47-199E-4CBF-B21D-5F186A0A99E7}" dt="2020-08-10T16:05:00.206" v="189" actId="1076"/>
          <ac:spMkLst>
            <pc:docMk/>
            <pc:sldMk cId="3251773752" sldId="763"/>
            <ac:spMk id="6" creationId="{AFA6017C-47FF-4F32-95FF-EE340E43139A}"/>
          </ac:spMkLst>
        </pc:spChg>
        <pc:picChg chg="del">
          <ac:chgData name="Paula-Yuan Gregory" userId="8839d734-a022-4f7a-aa1a-7ded42ea4e8b" providerId="ADAL" clId="{07E5AA47-199E-4CBF-B21D-5F186A0A99E7}" dt="2020-08-10T16:04:53.182" v="175" actId="478"/>
          <ac:picMkLst>
            <pc:docMk/>
            <pc:sldMk cId="3251773752" sldId="763"/>
            <ac:picMk id="62467" creationId="{B5E0193B-DEF4-C24E-B39F-40659D813B92}"/>
          </ac:picMkLst>
        </pc:picChg>
      </pc:sldChg>
      <pc:sldChg chg="addSp delSp modSp">
        <pc:chgData name="Paula-Yuan Gregory" userId="8839d734-a022-4f7a-aa1a-7ded42ea4e8b" providerId="ADAL" clId="{07E5AA47-199E-4CBF-B21D-5F186A0A99E7}" dt="2020-08-10T16:05:58.708" v="206" actId="1076"/>
        <pc:sldMkLst>
          <pc:docMk/>
          <pc:sldMk cId="1797629057" sldId="767"/>
        </pc:sldMkLst>
        <pc:spChg chg="add mod">
          <ac:chgData name="Paula-Yuan Gregory" userId="8839d734-a022-4f7a-aa1a-7ded42ea4e8b" providerId="ADAL" clId="{07E5AA47-199E-4CBF-B21D-5F186A0A99E7}" dt="2020-08-10T16:05:58.708" v="206" actId="1076"/>
          <ac:spMkLst>
            <pc:docMk/>
            <pc:sldMk cId="1797629057" sldId="767"/>
            <ac:spMk id="5" creationId="{AFA6017C-47FF-4F32-95FF-EE340E43139A}"/>
          </ac:spMkLst>
        </pc:spChg>
        <pc:picChg chg="del">
          <ac:chgData name="Paula-Yuan Gregory" userId="8839d734-a022-4f7a-aa1a-7ded42ea4e8b" providerId="ADAL" clId="{07E5AA47-199E-4CBF-B21D-5F186A0A99E7}" dt="2020-08-10T16:05:51.111" v="190" actId="478"/>
          <ac:picMkLst>
            <pc:docMk/>
            <pc:sldMk cId="1797629057" sldId="767"/>
            <ac:picMk id="4" creationId="{B1EBDCDD-FFA7-8D43-885E-1C222A3005F2}"/>
          </ac:picMkLst>
        </pc:picChg>
      </pc:sldChg>
      <pc:sldMasterChg chg="modSp modSldLayout">
        <pc:chgData name="Paula-Yuan Gregory" userId="8839d734-a022-4f7a-aa1a-7ded42ea4e8b" providerId="ADAL" clId="{07E5AA47-199E-4CBF-B21D-5F186A0A99E7}" dt="2020-07-29T16:36:33.145" v="7" actId="20577"/>
        <pc:sldMasterMkLst>
          <pc:docMk/>
          <pc:sldMasterMk cId="2871921020" sldId="2147483648"/>
        </pc:sldMasterMkLst>
        <pc:spChg chg="mod">
          <ac:chgData name="Paula-Yuan Gregory" userId="8839d734-a022-4f7a-aa1a-7ded42ea4e8b" providerId="ADAL" clId="{07E5AA47-199E-4CBF-B21D-5F186A0A99E7}" dt="2020-07-29T16:36:27.074" v="3" actId="20577"/>
          <ac:spMkLst>
            <pc:docMk/>
            <pc:sldMasterMk cId="2871921020" sldId="2147483648"/>
            <ac:spMk id="7" creationId="{21F38BD8-3F75-CE4C-AFEF-0C6B45F77F8C}"/>
          </ac:spMkLst>
        </pc:spChg>
        <pc:sldLayoutChg chg="modSp">
          <pc:chgData name="Paula-Yuan Gregory" userId="8839d734-a022-4f7a-aa1a-7ded42ea4e8b" providerId="ADAL" clId="{07E5AA47-199E-4CBF-B21D-5F186A0A99E7}" dt="2020-07-29T16:36:33.145" v="7" actId="20577"/>
          <pc:sldLayoutMkLst>
            <pc:docMk/>
            <pc:sldMasterMk cId="2871921020" sldId="2147483648"/>
            <pc:sldLayoutMk cId="3047549913" sldId="2147483649"/>
          </pc:sldLayoutMkLst>
          <pc:spChg chg="mod">
            <ac:chgData name="Paula-Yuan Gregory" userId="8839d734-a022-4f7a-aa1a-7ded42ea4e8b" providerId="ADAL" clId="{07E5AA47-199E-4CBF-B21D-5F186A0A99E7}" dt="2020-07-29T16:36:33.145" v="7"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xmlns=""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xmlns=""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871565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xmlns=""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a16="http://schemas.microsoft.com/office/drawing/2014/main" xmlns=""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a:t>
            </a:r>
            <a:r>
              <a:rPr lang="en-US" sz="800">
                <a:solidFill>
                  <a:schemeClr val="bg2"/>
                </a:solidFill>
                <a:latin typeface="Arial" panose="020B0604020202020204" pitchFamily="34" charset="0"/>
                <a:cs typeface="Arial" panose="020B0604020202020204" pitchFamily="34" charset="0"/>
              </a:rPr>
              <a:t>© 2022 </a:t>
            </a:r>
            <a:r>
              <a:rPr lang="en-US" sz="800" dirty="0">
                <a:solidFill>
                  <a:schemeClr val="bg2"/>
                </a:solidFill>
                <a:latin typeface="Arial" panose="020B0604020202020204" pitchFamily="34" charset="0"/>
                <a:cs typeface="Arial" panose="020B0604020202020204" pitchFamily="34" charset="0"/>
              </a:rPr>
              <a:t>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xmlns=""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xmlns=""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a16="http://schemas.microsoft.com/office/drawing/2014/main" xmlns=""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a16="http://schemas.microsoft.com/office/drawing/2014/main" xmlns=""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a16="http://schemas.microsoft.com/office/drawing/2014/main" xmlns=""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xmlns=""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xmlns=""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xmlns=""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a16="http://schemas.microsoft.com/office/drawing/2014/main" xmlns=""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 xmlns:a16="http://schemas.microsoft.com/office/drawing/2014/main" id="{CF4F1586-DE6A-1A40-AEF4-23ADA41937E4}"/>
              </a:ext>
            </a:extLst>
          </p:cNvPr>
          <p:cNvSpPr>
            <a:spLocks noGrp="1"/>
          </p:cNvSpPr>
          <p:nvPr>
            <p:ph type="subTitle" idx="1"/>
          </p:nvPr>
        </p:nvSpPr>
        <p:spPr/>
        <p:txBody>
          <a:bodyPr/>
          <a:lstStyle/>
          <a:p>
            <a:r>
              <a:rPr lang="en-US" dirty="0"/>
              <a:t>CHAPTER 14</a:t>
            </a:r>
          </a:p>
        </p:txBody>
      </p:sp>
      <p:sp>
        <p:nvSpPr>
          <p:cNvPr id="19" name="Title 18">
            <a:extLst>
              <a:ext uri="{FF2B5EF4-FFF2-40B4-BE49-F238E27FC236}">
                <a16:creationId xmlns="" xmlns:a16="http://schemas.microsoft.com/office/drawing/2014/main" id="{A58A35F8-EA88-094E-8EAD-88FE6A07C447}"/>
              </a:ext>
            </a:extLst>
          </p:cNvPr>
          <p:cNvSpPr>
            <a:spLocks noGrp="1"/>
          </p:cNvSpPr>
          <p:nvPr>
            <p:ph type="ctrTitle"/>
          </p:nvPr>
        </p:nvSpPr>
        <p:spPr/>
        <p:txBody>
          <a:bodyPr/>
          <a:lstStyle/>
          <a:p>
            <a:r>
              <a:rPr lang="en-US" dirty="0"/>
              <a:t>Bleeding, Shock, and Soft-Tissue Injuries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280197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xmlns=""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14-1 </a:t>
            </a:r>
            <a:r>
              <a:rPr lang="en-US" sz="2800" dirty="0"/>
              <a:t>Controlling Bleeding With a Tourniquet</a:t>
            </a:r>
            <a:endParaRPr lang="en-US" sz="2800" b="0" dirty="0"/>
          </a:p>
        </p:txBody>
      </p:sp>
      <p:sp>
        <p:nvSpPr>
          <p:cNvPr id="11" name="Rectangle 10"/>
          <p:cNvSpPr/>
          <p:nvPr/>
        </p:nvSpPr>
        <p:spPr>
          <a:xfrm>
            <a:off x="723900" y="4605848"/>
            <a:ext cx="3062392" cy="492443"/>
          </a:xfrm>
          <a:prstGeom prst="rect">
            <a:avLst/>
          </a:prstGeom>
        </p:spPr>
        <p:txBody>
          <a:bodyPr wrap="square">
            <a:spAutoFit/>
          </a:bodyPr>
          <a:lstStyle/>
          <a:p>
            <a:r>
              <a:rPr lang="en-US" sz="1300" b="1" dirty="0" smtClean="0"/>
              <a:t>Step 1 </a:t>
            </a:r>
            <a:r>
              <a:rPr lang="en-US" sz="1300" dirty="0"/>
              <a:t>Apply direct pressure with a dry, sterile dressing.</a:t>
            </a:r>
          </a:p>
        </p:txBody>
      </p:sp>
      <p:sp>
        <p:nvSpPr>
          <p:cNvPr id="12" name="Rectangle 11"/>
          <p:cNvSpPr/>
          <p:nvPr/>
        </p:nvSpPr>
        <p:spPr>
          <a:xfrm>
            <a:off x="723900" y="5067449"/>
            <a:ext cx="2919308" cy="254000"/>
          </a:xfrm>
          <a:prstGeom prst="rect">
            <a:avLst/>
          </a:prstGeom>
        </p:spPr>
        <p:txBody>
          <a:bodyPr wrap="square">
            <a:spAutoFit/>
          </a:bodyPr>
          <a:lstStyle/>
          <a:p>
            <a:r>
              <a:rPr lang="en-US" sz="1000" dirty="0"/>
              <a:t>© Jones &amp; Bartlett Learning. Courtesy of MIEMSS. </a:t>
            </a:r>
          </a:p>
        </p:txBody>
      </p:sp>
      <p:sp>
        <p:nvSpPr>
          <p:cNvPr id="7" name="Rectangle 6"/>
          <p:cNvSpPr/>
          <p:nvPr/>
        </p:nvSpPr>
        <p:spPr>
          <a:xfrm>
            <a:off x="4405932" y="4613106"/>
            <a:ext cx="3446297" cy="892552"/>
          </a:xfrm>
          <a:prstGeom prst="rect">
            <a:avLst/>
          </a:prstGeom>
        </p:spPr>
        <p:txBody>
          <a:bodyPr wrap="square">
            <a:spAutoFit/>
          </a:bodyPr>
          <a:lstStyle/>
          <a:p>
            <a:r>
              <a:rPr lang="en-US" sz="1300" b="1" dirty="0" smtClean="0"/>
              <a:t>Step 2 </a:t>
            </a:r>
            <a:r>
              <a:rPr lang="en-US" sz="1300" dirty="0"/>
              <a:t>Pull the band tightly and fasten it back on itself all the way around the limb. Be sure that it is tight enough that you cannot slide your finger under the band.</a:t>
            </a:r>
          </a:p>
        </p:txBody>
      </p:sp>
      <p:sp>
        <p:nvSpPr>
          <p:cNvPr id="8" name="Rectangle 7"/>
          <p:cNvSpPr/>
          <p:nvPr/>
        </p:nvSpPr>
        <p:spPr>
          <a:xfrm>
            <a:off x="4376904" y="5487515"/>
            <a:ext cx="2919308" cy="254000"/>
          </a:xfrm>
          <a:prstGeom prst="rect">
            <a:avLst/>
          </a:prstGeom>
        </p:spPr>
        <p:txBody>
          <a:bodyPr wrap="square">
            <a:spAutoFit/>
          </a:bodyPr>
          <a:lstStyle/>
          <a:p>
            <a:r>
              <a:rPr lang="en-US" sz="1000" dirty="0"/>
              <a:t>© Jones &amp; Bartlett Learning. Courtesy of MIEMSS. </a:t>
            </a:r>
          </a:p>
        </p:txBody>
      </p:sp>
      <p:sp>
        <p:nvSpPr>
          <p:cNvPr id="9" name="Rectangle 8"/>
          <p:cNvSpPr/>
          <p:nvPr/>
        </p:nvSpPr>
        <p:spPr>
          <a:xfrm>
            <a:off x="8153401" y="4608230"/>
            <a:ext cx="3492500" cy="1092607"/>
          </a:xfrm>
          <a:prstGeom prst="rect">
            <a:avLst/>
          </a:prstGeom>
        </p:spPr>
        <p:txBody>
          <a:bodyPr wrap="square">
            <a:spAutoFit/>
          </a:bodyPr>
          <a:lstStyle/>
          <a:p>
            <a:r>
              <a:rPr lang="en-US" sz="1300" b="1" dirty="0" smtClean="0"/>
              <a:t>Step 3 </a:t>
            </a:r>
            <a:r>
              <a:rPr lang="en-US" sz="1300" dirty="0"/>
              <a:t>Check for bleeding. If bleeding continues or a distal pulse is felt, consider additional tightening. Secure the rod between the clips or with a band if provided. Document the time the tourniquet was applied.</a:t>
            </a:r>
          </a:p>
        </p:txBody>
      </p:sp>
      <p:sp>
        <p:nvSpPr>
          <p:cNvPr id="10" name="Rectangle 9"/>
          <p:cNvSpPr/>
          <p:nvPr/>
        </p:nvSpPr>
        <p:spPr>
          <a:xfrm>
            <a:off x="8124372" y="5642781"/>
            <a:ext cx="2919308" cy="254000"/>
          </a:xfrm>
          <a:prstGeom prst="rect">
            <a:avLst/>
          </a:prstGeom>
        </p:spPr>
        <p:txBody>
          <a:bodyPr wrap="square">
            <a:spAutoFit/>
          </a:bodyPr>
          <a:lstStyle/>
          <a:p>
            <a:r>
              <a:rPr lang="en-US" sz="1000" dirty="0"/>
              <a:t>© Jones &amp; Bartlett Learning. Courtesy of MIEMSS. </a:t>
            </a:r>
          </a:p>
        </p:txBody>
      </p:sp>
      <p:pic>
        <p:nvPicPr>
          <p:cNvPr id="2" name="Picture 1" descr="There are three steps in this drill. Step 1: Photo shows a patient holding his outstretched arm with his other arm. An emergency responder’s gloved hand is seen pressing the wound in the patient’s hand with sterile gauze. The text in Step 1 reads:  Apply direct pressure with a dry, sterile dressing. Step 2: Photo shows an emergency responder applying a tourniquet at the patient’s upper arm, while another emergency responder is seen kneeling behind the patient, holding the patient. The text in Step 2 reads: Pull the band tightly and fasten it back on itself all the way around the limb. Be sure that it is tight enough that you cannot slide your finger under the band. Step 3: Photo shows an emergency responder securing the tourniquet at the patient’s upper arm, while another emergency responder is seen feeling the distal pulse at the patient’s wrist. The text in Step 3 reads: Check for bleeding. If bleeding continues or a distal pulse is felt, consider additional tightening. Secure the rod between the clips or with a band if provided. Document the time the tourniquet was applied.  &#10;" title="This is a skill drill, titled, controlling bleeding with a tourniquet.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551" y="2398686"/>
            <a:ext cx="10540898" cy="2060627"/>
          </a:xfrm>
          <a:prstGeom prst="rect">
            <a:avLst/>
          </a:prstGeom>
        </p:spPr>
      </p:pic>
    </p:spTree>
    <p:extLst>
      <p:ext uri="{BB962C8B-B14F-4D97-AF65-F5344CB8AC3E}">
        <p14:creationId xmlns:p14="http://schemas.microsoft.com/office/powerpoint/2010/main" val="392662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APL_PPTx_template" id="{4E94D904-A370-A547-A421-E2EDEF91E72E}" vid="{303F4BD5-E208-0C4A-A0D7-FA535DEBCE4F}"/>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16x9</Template>
  <TotalTime>687</TotalTime>
  <Words>136</Words>
  <Application>Microsoft Office PowerPoint</Application>
  <PresentationFormat>Widescreen</PresentationFormat>
  <Paragraphs>9</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ＭＳ Ｐゴシック</vt:lpstr>
      <vt:lpstr>Arial</vt:lpstr>
      <vt:lpstr>Calibri</vt:lpstr>
      <vt:lpstr>Wingdings</vt:lpstr>
      <vt:lpstr>Educational subjects 16x9</vt:lpstr>
      <vt:lpstr>Bleeding, Shock, and Soft-Tissue Injuries</vt:lpstr>
      <vt:lpstr>Skill Drill 14-1 Controlling Bleeding With a Tourniquet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Bob Elling</dc:creator>
  <cp:lastModifiedBy>Ravi Shankar Jayavel</cp:lastModifiedBy>
  <cp:revision>109</cp:revision>
  <dcterms:created xsi:type="dcterms:W3CDTF">2020-07-20T18:35:12Z</dcterms:created>
  <dcterms:modified xsi:type="dcterms:W3CDTF">2020-11-30T10:12:17Z</dcterms:modified>
</cp:coreProperties>
</file>